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样例演示文稿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要点一：演示如何合并幻灯片</a:t>
            </a:r>
          </a:p>
          <a:p>
            <a:r>
              <a:t>要点二：横向版式要保住</a:t>
            </a:r>
          </a:p>
          <a:p>
            <a:r>
              <a:t>要点三：文字仍可复制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310896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数值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覆盖率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缺陷数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